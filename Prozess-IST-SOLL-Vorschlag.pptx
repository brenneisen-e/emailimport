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Bestandsuebertragung ERGO   |   IST-Prozess  →  SOLL-Prozess mit Makro-Vorqualifizierung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85800"/>
            <a:ext cx="10058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858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4B5563"/>
                </a:solidFill>
                <a:latin typeface="Calibri"/>
              </a:rPr>
              <a:t>Email kommt rein → wird blind durchgereicht, keine inhaltliche Pruefung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1920240" cy="9144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Email + Anhang</a:t>
            </a:r>
          </a:p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vom Maklerpool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1737360"/>
            <a:ext cx="228600" cy="0"/>
          </a:xfrm>
          <a:prstGeom prst="bentConnector3">
            <a:avLst/>
          </a:prstGeom>
          <a:ln w="317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23160" y="1280160"/>
            <a:ext cx="1920240" cy="9144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Weiterleitung</a:t>
            </a:r>
          </a:p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blind an KWAD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43400" y="1737360"/>
            <a:ext cx="228600" cy="0"/>
          </a:xfrm>
          <a:prstGeom prst="bentConnector3">
            <a:avLst/>
          </a:prstGeom>
          <a:ln w="317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0" y="1280160"/>
            <a:ext cx="1920240" cy="9144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Indizierung</a:t>
            </a:r>
          </a:p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rein technisch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92240" y="1737360"/>
            <a:ext cx="228600" cy="0"/>
          </a:xfrm>
          <a:prstGeom prst="bentConnector3">
            <a:avLst/>
          </a:prstGeom>
          <a:ln w="317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20840" y="1280160"/>
            <a:ext cx="1920240" cy="9144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100" b="1" i="0">
                <a:solidFill>
                  <a:srgbClr val="1F2937"/>
                </a:solidFill>
                <a:latin typeface="Calibri"/>
              </a:rPr>
              <a:t>Postkorb-
Einsortierung</a:t>
            </a:r>
          </a:p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Manuelle Sichtung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1280160"/>
            <a:ext cx="3001975" cy="914400"/>
          </a:xfrm>
          <a:prstGeom prst="rect">
            <a:avLst/>
          </a:prstGeom>
          <a:solidFill>
            <a:srgbClr val="FECACA"/>
          </a:solidFill>
          <a:ln w="9525">
            <a:solidFill>
              <a:srgbClr val="B91C1C"/>
            </a:solidFill>
          </a:ln>
        </p:spPr>
        <p:txBody>
          <a:bodyPr wrap="square" lIns="101600" rIns="101600" tIns="101600" bIns="1016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B91C1C"/>
                </a:solidFill>
                <a:latin typeface="Calibri"/>
              </a:rPr>
              <a:t>PROBLEME im IST-Prozess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2937"/>
                </a:solidFill>
                <a:latin typeface="Calibri"/>
              </a:rPr>
              <a:t>•  teilweise gar keine BUe (Antrag/Anfrage/Schaden im BUe-Postkorb)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2937"/>
                </a:solidFill>
                <a:latin typeface="Calibri"/>
              </a:rPr>
              <a:t>•  teilweise nur Reminder (kein neuer Vorgang)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F2937"/>
                </a:solidFill>
                <a:latin typeface="Calibri"/>
              </a:rPr>
              <a:t>•  keine Vorqualifizierung (Pool / Sparte / Vertragsnummer / MV-Status)</a:t>
            </a:r>
          </a:p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B91C1C"/>
                </a:solidFill>
                <a:latin typeface="Calibri"/>
              </a:rPr>
              <a:t>→ Aufwand entsteht erst im Postkorb beim Sachbearbeiter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91840"/>
            <a:ext cx="11643055" cy="1828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456432"/>
            <a:ext cx="100584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SOLL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5643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4B5563"/>
                </a:solidFill>
                <a:latin typeface="Calibri"/>
              </a:rPr>
              <a:t>Email → Makro nutzt ErgoGPT zur Vorqualifizierung → strukturierte Notiz wird mitgeliefert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050792"/>
            <a:ext cx="1828800" cy="109728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Email +
Anhang</a:t>
            </a:r>
          </a:p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vom Maklerpool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03120" y="4599432"/>
            <a:ext cx="164592" cy="0"/>
          </a:xfrm>
          <a:prstGeom prst="bentConnector3">
            <a:avLst/>
          </a:prstGeom>
          <a:ln w="317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267712" y="4050792"/>
            <a:ext cx="1828800" cy="10972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MAKRO
ErgoGPT-Analyse</a:t>
            </a:r>
          </a:p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Vorqualifizierung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96512" y="4599432"/>
            <a:ext cx="164592" cy="0"/>
          </a:xfrm>
          <a:prstGeom prst="bentConnector3">
            <a:avLst/>
          </a:prstGeom>
          <a:ln w="317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61104" y="4050792"/>
            <a:ext cx="1828800" cy="109728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Strukturierte
Notiz erzeugen</a:t>
            </a:r>
          </a:p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als zusaetzl. Anhang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9904" y="4599432"/>
            <a:ext cx="164592" cy="0"/>
          </a:xfrm>
          <a:prstGeom prst="bentConnector3">
            <a:avLst/>
          </a:prstGeom>
          <a:ln w="317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54496" y="4050792"/>
            <a:ext cx="1828800" cy="109728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Betreff
anpassen</a:t>
            </a:r>
          </a:p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klassifiziert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83296" y="4599432"/>
            <a:ext cx="164592" cy="0"/>
          </a:xfrm>
          <a:prstGeom prst="bentConnector3">
            <a:avLst/>
          </a:prstGeom>
          <a:ln w="317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47888" y="4050792"/>
            <a:ext cx="1828800" cy="109728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Bessere
Indizierung</a:t>
            </a:r>
          </a:p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auf KI-Metadaten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76688" y="4599432"/>
            <a:ext cx="164592" cy="0"/>
          </a:xfrm>
          <a:prstGeom prst="bentConnector3">
            <a:avLst/>
          </a:prstGeom>
          <a:ln w="317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241280" y="4050792"/>
            <a:ext cx="1828800" cy="109728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50" b="1" i="0">
                <a:solidFill>
                  <a:srgbClr val="1F2937"/>
                </a:solidFill>
                <a:latin typeface="Calibri"/>
              </a:rPr>
              <a:t>Postkorb +
Notiz als Image</a:t>
            </a:r>
          </a:p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im Vorgang sichtbar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285232"/>
            <a:ext cx="5669280" cy="1143000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</a:ln>
        </p:spPr>
        <p:txBody>
          <a:bodyPr wrap="square" lIns="101600" rIns="101600" tIns="101600" bIns="1016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Strukturierte Notiz enthaelt: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• Klassifikation (BUe / Anfrage / Antrag / Schaden / Nicht-Standard)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• Vorgangstyp (Makler-Vorgang / Bounce / System / Outbound)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• Erstvorgang vs. Reminder (+ Quelle: Anhang-PDF / Betreff / Body)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• Maklerpool (konsolidiert) + Maklernummer + Sparte + Vertragsnummer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• MV-Status (OK / unvollstaendig / fehlt) + Schluesselworte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• Mail-Zusammenfassung (1-2 Saetze, neutral)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285232"/>
            <a:ext cx="5852160" cy="1143000"/>
          </a:xfrm>
          <a:prstGeom prst="rect">
            <a:avLst/>
          </a:prstGeom>
          <a:solidFill>
            <a:srgbClr val="A7F3D0"/>
          </a:solidFill>
          <a:ln w="9525">
            <a:solidFill>
              <a:srgbClr val="047B55"/>
            </a:solidFill>
          </a:ln>
        </p:spPr>
        <p:txBody>
          <a:bodyPr wrap="square" lIns="101600" rIns="101600" tIns="101600" bIns="1016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047B55"/>
                </a:solidFill>
                <a:latin typeface="Calibri"/>
              </a:rPr>
              <a:t>Mehrwerte fuer den Sachbearbeiter: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✓  Reminder werden gleich aussortiert (kein Doppel-Aufwand)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✓  Nicht-BUe wandert in passenden Postkorb (keine Falsch-Einsortierung)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✓  Vorqualifikation sofort sichtbar (Pool, MV, Sparte)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✓  Volltext-Suche im Postkorb auf KI-Metadaten moeglich</a:t>
            </a:r>
          </a:p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937"/>
                </a:solidFill>
                <a:latin typeface="Calibri"/>
              </a:rPr>
              <a:t>✓  Auswertung / Reporting auf realer Datenbasis</a:t>
            </a:r>
          </a:p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47B55"/>
                </a:solidFill>
                <a:latin typeface="Calibri"/>
              </a:rPr>
              <a:t>✓  Voraussetzung fuer Voll-Automatisierung (Phase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629400"/>
            <a:ext cx="1188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B5563"/>
                </a:solidFill>
                <a:latin typeface="Calibri"/>
              </a:rPr>
              <a:t>Datenbasis Wirksamkeitsnachweis: 5.000 Mails / Stichwoche, KI-Klassifikation Mail + PDF | siehe Auswertungs-Slide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