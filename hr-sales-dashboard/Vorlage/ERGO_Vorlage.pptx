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415" r:id="rId4"/>
  </p:sldMasterIdLst>
  <p:notesMasterIdLst>
    <p:notesMasterId r:id="rId6"/>
  </p:notesMasterIdLst>
  <p:handoutMasterIdLst>
    <p:handoutMasterId r:id="rId7"/>
  </p:handoutMasterIdLst>
  <p:sldIdLst/>
  <p:sldSz cx="12192000" cy="6858000"/>
  <p:notesSz cx="6797675" cy="9926638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E4BA57A-B1B3-4751-8DD0-D0BE33FBC36B}">
          <p14:sldIdLst>
            <p14:sldId id="21474834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  <p15:guide id="7" pos="7333" userDrawn="1">
          <p15:clr>
            <a:srgbClr val="A4A3A4"/>
          </p15:clr>
        </p15:guide>
        <p15:guide id="8" pos="3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CE9829-6420-3A06-8196-AABFD72C6B96}" name="Mathey, Jörg (COPK)" initials="M(" userId="S::10004400@ergo.com::b6c6db74-a19b-45f7-80fd-c912e90dac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B6F7D"/>
    <a:srgbClr val="47BCC5"/>
    <a:srgbClr val="F8E89D"/>
    <a:srgbClr val="8BC9AD"/>
    <a:srgbClr val="F3C591"/>
    <a:srgbClr val="B8D4F0"/>
    <a:srgbClr val="B31767"/>
    <a:srgbClr val="BDD7EE"/>
    <a:srgbClr val="BF15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474CB94-2145-4D7F-93BC-3DBECF106B36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474CB94-2145-4D7F-93BC-3DBECF106B36}" styleName="ERGO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</a:ln>
          </a:top>
          <a:bottom>
            <a:ln w="9525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schemeClr val="lt1"/>
      </a:tcTxStyle>
      <a:tcStyle>
        <a:tcBdr>
          <a:top>
            <a:ln w="9525" cmpd="sng">
              <a:solidFill>
                <a:schemeClr val="accent2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/>
      <a:tcStyle>
        <a:tcBdr>
          <a:bottom>
            <a:ln w="9525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174" y="144"/>
      </p:cViewPr>
      <p:guideLst>
        <p:guide orient="horz" pos="935"/>
        <p:guide orient="horz" pos="4065"/>
        <p:guide orient="horz" pos="4042"/>
        <p:guide pos="7333"/>
        <p:guide pos="32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40B2F15-1803-46E9-A5B9-BF504D6AC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15BC1D0-0994-4F9B-BC32-5436C2E943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r">
              <a:defRPr sz="1300"/>
            </a:lvl1pPr>
          </a:lstStyle>
          <a:p>
            <a:fld id="{36D028CA-30F8-4C47-AA9C-8857B5AAEA36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7E42F7-C0F0-4B58-90AA-C47AACA5EE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5F237E-7B05-4825-A411-B1CA0B9250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r">
              <a:defRPr sz="1300"/>
            </a:lvl1pPr>
          </a:lstStyle>
          <a:p>
            <a:fld id="{4C14E43C-B148-43FC-B471-57E9937275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523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r">
              <a:defRPr sz="1300"/>
            </a:lvl1pPr>
          </a:lstStyle>
          <a:p>
            <a:fld id="{178ECB18-71D0-4CD0-848A-CD624607BE01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39838"/>
            <a:ext cx="5954713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9" tIns="47780" rIns="95559" bIns="4778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5559" tIns="47780" rIns="95559" bIns="4778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r">
              <a:defRPr sz="1300"/>
            </a:lvl1pPr>
          </a:lstStyle>
          <a:p>
            <a:fld id="{8BEF2115-15F4-4196-B407-8AC7E81EB6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8535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3.emf"/><Relationship Id="rId10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emf"/><Relationship Id="rId8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emf"/><Relationship Id="rId8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emf"/><Relationship Id="rId8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design field 2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7A199F99-A563-476C-A6FF-5228EE695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20700000">
            <a:off x="9838073" y="3885677"/>
            <a:ext cx="1835188" cy="1835189"/>
          </a:xfrm>
          <a:custGeom>
            <a:avLst/>
            <a:gdLst>
              <a:gd name="connsiteX0" fmla="*/ 1190458 w 1835188"/>
              <a:gd name="connsiteY0" fmla="*/ 41254 h 1835189"/>
              <a:gd name="connsiteX1" fmla="*/ 1835188 w 1835188"/>
              <a:gd name="connsiteY1" fmla="*/ 917594 h 1835189"/>
              <a:gd name="connsiteX2" fmla="*/ 917594 w 1835188"/>
              <a:gd name="connsiteY2" fmla="*/ 1835189 h 1835189"/>
              <a:gd name="connsiteX3" fmla="*/ 0 w 1835188"/>
              <a:gd name="connsiteY3" fmla="*/ 917595 h 1835189"/>
              <a:gd name="connsiteX4" fmla="*/ 917594 w 1835188"/>
              <a:gd name="connsiteY4" fmla="*/ 0 h 1835189"/>
              <a:gd name="connsiteX5" fmla="*/ 1190458 w 1835188"/>
              <a:gd name="connsiteY5" fmla="*/ 41254 h 1835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5188" h="1835189">
                <a:moveTo>
                  <a:pt x="1190458" y="41254"/>
                </a:moveTo>
                <a:cubicBezTo>
                  <a:pt x="1563981" y="157432"/>
                  <a:pt x="1835188" y="505841"/>
                  <a:pt x="1835188" y="917594"/>
                </a:cubicBezTo>
                <a:cubicBezTo>
                  <a:pt x="1835188" y="1424367"/>
                  <a:pt x="1424367" y="1835188"/>
                  <a:pt x="917594" y="1835189"/>
                </a:cubicBezTo>
                <a:cubicBezTo>
                  <a:pt x="410821" y="1835188"/>
                  <a:pt x="0" y="1424368"/>
                  <a:pt x="0" y="917595"/>
                </a:cubicBezTo>
                <a:cubicBezTo>
                  <a:pt x="0" y="410822"/>
                  <a:pt x="410821" y="1"/>
                  <a:pt x="917594" y="0"/>
                </a:cubicBezTo>
                <a:cubicBezTo>
                  <a:pt x="1012614" y="0"/>
                  <a:pt x="1104261" y="14443"/>
                  <a:pt x="1190458" y="4125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none" anchor="ctr" anchorCtr="0">
            <a:noAutofit/>
          </a:bodyPr>
          <a:lstStyle>
            <a:lvl1pPr algn="ctr">
              <a:defRPr sz="2400" b="1">
                <a:solidFill>
                  <a:schemeClr val="bg1"/>
                </a:solidFill>
              </a:defRPr>
            </a:lvl1pPr>
            <a:lvl2pPr>
              <a:defRPr sz="2400" b="1">
                <a:solidFill>
                  <a:schemeClr val="bg1"/>
                </a:solidFill>
              </a:defRPr>
            </a:lvl2pPr>
            <a:lvl3pPr>
              <a:defRPr sz="2400" b="1">
                <a:solidFill>
                  <a:schemeClr val="bg1"/>
                </a:solidFill>
              </a:defRPr>
            </a:lvl3pPr>
            <a:lvl4pPr>
              <a:defRPr sz="2400" b="1">
                <a:solidFill>
                  <a:schemeClr val="bg1"/>
                </a:solidFill>
              </a:defRPr>
            </a:lvl4pPr>
            <a:lvl5pPr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Confiden-</a:t>
            </a:r>
            <a:br>
              <a:rPr lang="en-US"/>
            </a:br>
            <a:r>
              <a:rPr lang="en-US"/>
              <a:t>tial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415B34DB-8CBB-426F-98B3-9A1E65ECF4A0}"/>
              </a:ext>
            </a:extLst>
          </p:cNvPr>
          <p:cNvSpPr>
            <a:spLocks noGrp="1"/>
          </p:cNvSpPr>
          <p:nvPr>
            <p:ph type="pic" sz="quarter" idx="4" hasCustomPrompt="1"/>
          </p:nvPr>
        </p:nvSpPr>
        <p:spPr>
          <a:xfrm>
            <a:off x="0" y="0"/>
            <a:ext cx="9224118" cy="685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Bild durch Klicken auf Symbol hinzufügen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B7D4BF7-F8D3-48B8-9491-D80194E3FE86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224118" y="0"/>
            <a:ext cx="2967880" cy="6858000"/>
          </a:xfrm>
          <a:prstGeom prst="rect">
            <a:avLst/>
          </a:prstGeom>
          <a:solidFill>
            <a:srgbClr val="E4D6E4"/>
          </a:solidFill>
        </p:spPr>
        <p:txBody>
          <a:bodyPr anchor="b"/>
          <a:lstStyle>
            <a:lvl1pPr algn="r"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C1B380F-0EB2-46D8-A63B-A3F5764F31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24118" y="-381838"/>
            <a:ext cx="2967880" cy="38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/>
          <a:lstStyle>
            <a:lvl1pPr>
              <a:defRPr sz="1000" b="1"/>
            </a:lvl1pPr>
          </a:lstStyle>
          <a:p>
            <a:pPr lvl="0"/>
            <a:r>
              <a:rPr lang="en-US"/>
              <a:t>&gt; Set background colour to purple, green, ice-blue, yellow or orange (see colour wheel)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301AB42-7BC9-4262-ABC5-B4C0A7D52998}"/>
              </a:ext>
            </a:extLst>
          </p:cNvPr>
          <p:cNvSpPr>
            <a:spLocks noGrp="1"/>
          </p:cNvSpPr>
          <p:nvPr>
            <p:ph type="body" sz="quarter" idx="8" hasCustomPrompt="1"/>
          </p:nvPr>
        </p:nvSpPr>
        <p:spPr bwMode="black">
          <a:xfrm>
            <a:off x="10112400" y="489600"/>
            <a:ext cx="1551600" cy="8568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BE4C6D39-C45B-48E1-B2C8-E911D8E3623B}"/>
              </a:ext>
            </a:extLst>
          </p:cNvPr>
          <p:cNvSpPr>
            <a:spLocks noGrp="1"/>
          </p:cNvSpPr>
          <p:nvPr>
            <p:ph type="dt" sz="half" idx="9"/>
          </p:nvPr>
        </p:nvSpPr>
        <p:spPr>
          <a:xfrm>
            <a:off x="514800" y="6093280"/>
            <a:ext cx="8421318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Datum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34C0C088-49B6-4D40-B4F8-0976B02CE394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14800" y="2368638"/>
            <a:ext cx="8421318" cy="3747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Formatvorlage des Untertitelmasters durch Klicken bearbeiten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E4D0E626-9504-432F-9DDA-719085F2A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800" y="930910"/>
            <a:ext cx="8421318" cy="132959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800" b="1"/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A199F99-A563-476C-A6FF-5228EE695C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 rot="20700000">
            <a:off x="9838074" y="3885677"/>
            <a:ext cx="1835188" cy="1835189"/>
          </a:xfrm>
          <a:custGeom>
            <a:avLst/>
            <a:gdLst>
              <a:gd name="connsiteX0" fmla="*/ 1190458 w 1835188"/>
              <a:gd name="connsiteY0" fmla="*/ 41254 h 1835189"/>
              <a:gd name="connsiteX1" fmla="*/ 1835188 w 1835188"/>
              <a:gd name="connsiteY1" fmla="*/ 917594 h 1835189"/>
              <a:gd name="connsiteX2" fmla="*/ 917594 w 1835188"/>
              <a:gd name="connsiteY2" fmla="*/ 1835189 h 1835189"/>
              <a:gd name="connsiteX3" fmla="*/ 0 w 1835188"/>
              <a:gd name="connsiteY3" fmla="*/ 917595 h 1835189"/>
              <a:gd name="connsiteX4" fmla="*/ 917594 w 1835188"/>
              <a:gd name="connsiteY4" fmla="*/ 0 h 1835189"/>
              <a:gd name="connsiteX5" fmla="*/ 1190458 w 1835188"/>
              <a:gd name="connsiteY5" fmla="*/ 41254 h 1835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5188" h="1835189">
                <a:moveTo>
                  <a:pt x="1190458" y="41254"/>
                </a:moveTo>
                <a:cubicBezTo>
                  <a:pt x="1563981" y="157432"/>
                  <a:pt x="1835188" y="505841"/>
                  <a:pt x="1835188" y="917594"/>
                </a:cubicBezTo>
                <a:cubicBezTo>
                  <a:pt x="1835188" y="1424367"/>
                  <a:pt x="1424367" y="1835188"/>
                  <a:pt x="917594" y="1835189"/>
                </a:cubicBezTo>
                <a:cubicBezTo>
                  <a:pt x="410821" y="1835188"/>
                  <a:pt x="0" y="1424368"/>
                  <a:pt x="0" y="917595"/>
                </a:cubicBezTo>
                <a:cubicBezTo>
                  <a:pt x="0" y="410822"/>
                  <a:pt x="410821" y="1"/>
                  <a:pt x="917594" y="0"/>
                </a:cubicBezTo>
                <a:cubicBezTo>
                  <a:pt x="1012614" y="0"/>
                  <a:pt x="1104261" y="14443"/>
                  <a:pt x="1190458" y="4125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none" anchor="ctr" anchorCtr="0">
            <a:noAutofit/>
          </a:bodyPr>
          <a:lstStyle>
            <a:lvl1pPr algn="ctr">
              <a:defRPr sz="2400" b="1">
                <a:solidFill>
                  <a:schemeClr val="bg1"/>
                </a:solidFill>
              </a:defRPr>
            </a:lvl1pPr>
            <a:lvl2pPr>
              <a:defRPr sz="2400" b="1">
                <a:solidFill>
                  <a:schemeClr val="bg1"/>
                </a:solidFill>
              </a:defRPr>
            </a:lvl2pPr>
            <a:lvl3pPr>
              <a:defRPr sz="2400" b="1">
                <a:solidFill>
                  <a:schemeClr val="bg1"/>
                </a:solidFill>
              </a:defRPr>
            </a:lvl3pPr>
            <a:lvl4pPr>
              <a:defRPr sz="2400" b="1">
                <a:solidFill>
                  <a:schemeClr val="bg1"/>
                </a:solidFill>
              </a:defRPr>
            </a:lvl4pPr>
            <a:lvl5pPr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Klassifi-</a:t>
            </a:r>
            <a:br>
              <a:rPr lang="en-US"/>
            </a:br>
            <a:r>
              <a:rPr lang="en-US"/>
              <a:t>zierung</a:t>
            </a:r>
          </a:p>
        </p:txBody>
      </p:sp>
    </p:spTree>
    <p:extLst>
      <p:ext uri="{BB962C8B-B14F-4D97-AF65-F5344CB8AC3E}">
        <p14:creationId xmlns:p14="http://schemas.microsoft.com/office/powerpoint/2010/main" val="1678444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1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F470783-0594-4881-AE7B-9E471572C15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5939" y="205524"/>
            <a:ext cx="9270042" cy="180000"/>
          </a:xfrm>
        </p:spPr>
        <p:txBody>
          <a:bodyPr/>
          <a:lstStyle>
            <a:lvl1pPr marL="0" indent="0"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D3835D-4B11-40B8-A422-E936E0D45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3550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13" imgH="416" progId="TCLayout.ActiveDocument.1">
                  <p:embed/>
                </p:oleObj>
              </mc:Choice>
              <mc:Fallback>
                <p:oleObj name="think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545241">
              <a:alpha val="12000"/>
            </a:srgb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15939" y="3659644"/>
            <a:ext cx="2553397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15939" y="2350415"/>
            <a:ext cx="2553397" cy="1163395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85929137-BED6-4C14-B40A-FC9678811F8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518967" y="6517557"/>
            <a:ext cx="157094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000" b="0" noProof="0" smtClean="0">
                <a:solidFill>
                  <a:srgbClr val="807E6F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00" b="0" noProof="0">
              <a:solidFill>
                <a:srgbClr val="807E6F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021D3B89-A51F-4344-80B1-63AB3B4091A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15939" y="623597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/>
              <a:t>Quelle: …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9EC1B5E-0AD1-E779-8520-62C6F0414B8A}"/>
              </a:ext>
            </a:extLst>
          </p:cNvPr>
          <p:cNvSpPr/>
          <p:nvPr userDrawn="1"/>
        </p:nvSpPr>
        <p:spPr bwMode="ltGray">
          <a:xfrm>
            <a:off x="7721756" y="0"/>
            <a:ext cx="2062191" cy="397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>
            <a:noAutofit/>
          </a:bodyPr>
          <a:lstStyle/>
          <a:p>
            <a:pPr algn="ctr"/>
            <a:r>
              <a:rPr lang="en-US" sz="1400" b="1" noProof="0" err="1">
                <a:solidFill>
                  <a:schemeClr val="bg1"/>
                </a:solidFill>
              </a:rPr>
              <a:t>Vertraulich</a:t>
            </a:r>
            <a:endParaRPr lang="en-US" sz="1400" b="1" noProof="0">
              <a:solidFill>
                <a:schemeClr val="bg1"/>
              </a:solidFill>
            </a:endParaRP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034808EB-8D97-1E0D-5B6A-B7078D86726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5939" y="205524"/>
            <a:ext cx="9270042" cy="180000"/>
          </a:xfrm>
        </p:spPr>
        <p:txBody>
          <a:bodyPr/>
          <a:lstStyle>
            <a:lvl1pPr marL="0" indent="0"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Untertitel</a:t>
            </a:r>
          </a:p>
        </p:txBody>
      </p:sp>
      <p:pic>
        <p:nvPicPr>
          <p:cNvPr id="5" name="Grafik 4" descr="Ein Bild, das Zeichnung, Teller, Schild enthält.&#10;&#10;Automatisch generierte Beschreibung">
            <a:extLst>
              <a:ext uri="{FF2B5EF4-FFF2-40B4-BE49-F238E27FC236}">
                <a16:creationId xmlns:a16="http://schemas.microsoft.com/office/drawing/2014/main" id="{9D52EF5A-BA00-692A-9886-1A809EA11CC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56545" y="489600"/>
            <a:ext cx="1221420" cy="6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9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466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13" imgH="416" progId="TCLayout.ActiveDocument.1">
                  <p:embed/>
                </p:oleObj>
              </mc:Choice>
              <mc:Fallback>
                <p:oleObj name="think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6096001" y="0"/>
            <a:ext cx="6096000" cy="6858000"/>
          </a:xfrm>
          <a:prstGeom prst="rect">
            <a:avLst/>
          </a:prstGeom>
          <a:solidFill>
            <a:srgbClr val="545241">
              <a:alpha val="12000"/>
            </a:srgb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b="0" i="0" u="none" strike="noStrike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9F9C0FA-03A5-4521-BBC1-647B7974190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518967" y="6517557"/>
            <a:ext cx="157094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de-DE" sz="1000" b="0" smtClean="0">
                <a:solidFill>
                  <a:srgbClr val="807E6F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b="0">
              <a:solidFill>
                <a:srgbClr val="807E6F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85823375-AE6A-4E0B-9857-2F774E2F70AF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15939" y="623597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de-DE"/>
              <a:t>Quelle: …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C60B1BFC-1C6F-2619-D6F3-379A4FBD516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5939" y="205524"/>
            <a:ext cx="9270042" cy="180000"/>
          </a:xfrm>
        </p:spPr>
        <p:txBody>
          <a:bodyPr/>
          <a:lstStyle>
            <a:lvl1pPr marL="0" indent="0"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A5EE3C4-4E21-DC77-B1F7-AB8294271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476250"/>
            <a:ext cx="9661334" cy="72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Zeichnung, Teller, Schild enthält.&#10;&#10;Automatisch generierte Beschreibung">
            <a:extLst>
              <a:ext uri="{FF2B5EF4-FFF2-40B4-BE49-F238E27FC236}">
                <a16:creationId xmlns:a16="http://schemas.microsoft.com/office/drawing/2014/main" id="{19A979B5-48DC-B5B0-0D1F-40F7AB8ED87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456545" y="489600"/>
            <a:ext cx="1221420" cy="673955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2BDD2E2C-707B-312F-9A41-42E30C749FF4}"/>
              </a:ext>
            </a:extLst>
          </p:cNvPr>
          <p:cNvSpPr/>
          <p:nvPr userDrawn="1"/>
        </p:nvSpPr>
        <p:spPr bwMode="ltGray">
          <a:xfrm>
            <a:off x="7721756" y="0"/>
            <a:ext cx="2062191" cy="397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>
            <a:noAutofit/>
          </a:bodyPr>
          <a:lstStyle/>
          <a:p>
            <a:pPr algn="ctr"/>
            <a:r>
              <a:rPr lang="en-US" sz="1400" b="1" noProof="0" err="1">
                <a:solidFill>
                  <a:schemeClr val="bg1"/>
                </a:solidFill>
              </a:rPr>
              <a:t>Vertraulich</a:t>
            </a:r>
            <a:endParaRPr lang="en-US" sz="14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48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466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13" imgH="416" progId="TCLayout.ActiveDocument.1">
                  <p:embed/>
                </p:oleObj>
              </mc:Choice>
              <mc:Fallback>
                <p:oleObj name="think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7362825" y="0"/>
            <a:ext cx="4829175" cy="6858000"/>
          </a:xfrm>
          <a:prstGeom prst="rect">
            <a:avLst/>
          </a:prstGeom>
          <a:solidFill>
            <a:srgbClr val="545241">
              <a:alpha val="12000"/>
            </a:srgb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b="0" i="0" u="none" strike="noStrike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9F9C0FA-03A5-4521-BBC1-647B7974190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518967" y="6517557"/>
            <a:ext cx="157094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de-DE" sz="1000" b="0" smtClean="0">
                <a:solidFill>
                  <a:srgbClr val="807E6F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b="0">
              <a:solidFill>
                <a:srgbClr val="807E6F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85823375-AE6A-4E0B-9857-2F774E2F70AF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15939" y="623597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de-DE"/>
              <a:t>Quelle: …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C60B1BFC-1C6F-2619-D6F3-379A4FBD516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5939" y="205524"/>
            <a:ext cx="9270042" cy="180000"/>
          </a:xfrm>
        </p:spPr>
        <p:txBody>
          <a:bodyPr/>
          <a:lstStyle>
            <a:lvl1pPr marL="0" indent="0"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A5EE3C4-4E21-DC77-B1F7-AB8294271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476250"/>
            <a:ext cx="9661334" cy="72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Zeichnung, Teller, Schild enthält.&#10;&#10;Automatisch generierte Beschreibung">
            <a:extLst>
              <a:ext uri="{FF2B5EF4-FFF2-40B4-BE49-F238E27FC236}">
                <a16:creationId xmlns:a16="http://schemas.microsoft.com/office/drawing/2014/main" id="{19A979B5-48DC-B5B0-0D1F-40F7AB8ED87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456545" y="489600"/>
            <a:ext cx="1221420" cy="67395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91B0C42-956C-8C2D-49C6-DCFDB5D18B13}"/>
              </a:ext>
            </a:extLst>
          </p:cNvPr>
          <p:cNvSpPr/>
          <p:nvPr userDrawn="1"/>
        </p:nvSpPr>
        <p:spPr bwMode="ltGray">
          <a:xfrm>
            <a:off x="7721756" y="0"/>
            <a:ext cx="2062191" cy="397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>
            <a:noAutofit/>
          </a:bodyPr>
          <a:lstStyle/>
          <a:p>
            <a:pPr algn="ctr"/>
            <a:r>
              <a:rPr lang="en-US" sz="1400" b="1" noProof="0" err="1">
                <a:solidFill>
                  <a:schemeClr val="bg1"/>
                </a:solidFill>
              </a:rPr>
              <a:t>Vertraulich</a:t>
            </a:r>
            <a:endParaRPr lang="en-US" sz="14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34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466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13" imgH="416" progId="TCLayout.ActiveDocument.1">
                  <p:embed/>
                </p:oleObj>
              </mc:Choice>
              <mc:Fallback>
                <p:oleObj name="think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8743950" y="0"/>
            <a:ext cx="3448050" cy="6858000"/>
          </a:xfrm>
          <a:prstGeom prst="rect">
            <a:avLst/>
          </a:prstGeom>
          <a:solidFill>
            <a:srgbClr val="545241">
              <a:alpha val="12000"/>
            </a:srgb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b="0" i="0" u="none" strike="noStrike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9F9C0FA-03A5-4521-BBC1-647B7974190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518967" y="6517557"/>
            <a:ext cx="157094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de-DE" sz="1000" b="0" smtClean="0">
                <a:solidFill>
                  <a:srgbClr val="807E6F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b="0">
              <a:solidFill>
                <a:srgbClr val="807E6F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85823375-AE6A-4E0B-9857-2F774E2F70AF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15939" y="623597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de-DE"/>
              <a:t>Quelle: …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C60B1BFC-1C6F-2619-D6F3-379A4FBD516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5939" y="205524"/>
            <a:ext cx="9270042" cy="180000"/>
          </a:xfrm>
        </p:spPr>
        <p:txBody>
          <a:bodyPr/>
          <a:lstStyle>
            <a:lvl1pPr marL="0" indent="0"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A5EE3C4-4E21-DC77-B1F7-AB8294271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476250"/>
            <a:ext cx="9661334" cy="72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2" name="Grafik 1" descr="Ein Bild, das Zeichnung, Teller, Schild enthält.&#10;&#10;Automatisch generierte Beschreibung">
            <a:extLst>
              <a:ext uri="{FF2B5EF4-FFF2-40B4-BE49-F238E27FC236}">
                <a16:creationId xmlns:a16="http://schemas.microsoft.com/office/drawing/2014/main" id="{88349D22-DF47-C93F-DC31-DC69C873E32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456545" y="489600"/>
            <a:ext cx="1221420" cy="67395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9C4F7E1A-08F6-B438-B380-1BF1310F5F93}"/>
              </a:ext>
            </a:extLst>
          </p:cNvPr>
          <p:cNvSpPr/>
          <p:nvPr userDrawn="1"/>
        </p:nvSpPr>
        <p:spPr bwMode="ltGray">
          <a:xfrm>
            <a:off x="7721756" y="0"/>
            <a:ext cx="2062191" cy="397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>
            <a:noAutofit/>
          </a:bodyPr>
          <a:lstStyle/>
          <a:p>
            <a:pPr algn="ctr"/>
            <a:r>
              <a:rPr lang="en-US" sz="1400" b="1" noProof="0" err="1">
                <a:solidFill>
                  <a:schemeClr val="bg1"/>
                </a:solidFill>
              </a:rPr>
              <a:t>Vertraulich</a:t>
            </a:r>
            <a:endParaRPr lang="en-US" sz="14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4951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tags" Target="../tags/tag3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493922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473" imgH="473" progId="TCLayout.ActiveDocument.1">
                  <p:embed/>
                </p:oleObj>
              </mc:Choice>
              <mc:Fallback>
                <p:oleObj name="thinkcell Slide" r:id="rId10" imgW="473" imgH="47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4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D1588BD-8D5F-4D4A-81B7-92D08AA76B5D}"/>
              </a:ext>
            </a:extLst>
          </p:cNvPr>
          <p:cNvSpPr txBox="1">
            <a:spLocks/>
          </p:cNvSpPr>
          <p:nvPr userDrawn="1"/>
        </p:nvSpPr>
        <p:spPr>
          <a:xfrm>
            <a:off x="11192400" y="6516000"/>
            <a:ext cx="486000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rgbClr val="807E6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3BCA40-1C29-47F7-8E29-FE4F0D92E4B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2F8E968-138A-4AF3-8882-192611CD33B8}"/>
              </a:ext>
            </a:extLst>
          </p:cNvPr>
          <p:cNvSpPr/>
          <p:nvPr/>
        </p:nvSpPr>
        <p:spPr bwMode="ltGray">
          <a:xfrm>
            <a:off x="7721756" y="0"/>
            <a:ext cx="2062191" cy="397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>
            <a:noAutofit/>
          </a:bodyPr>
          <a:lstStyle/>
          <a:p>
            <a:pPr algn="ctr"/>
            <a:r>
              <a:rPr lang="en-US" sz="1400" b="1" noProof="0" err="1">
                <a:solidFill>
                  <a:schemeClr val="bg1"/>
                </a:solidFill>
              </a:rPr>
              <a:t>Vertraulich</a:t>
            </a:r>
            <a:endParaRPr lang="en-US" sz="1400" b="1" noProof="0">
              <a:solidFill>
                <a:schemeClr val="bg1"/>
              </a:solidFill>
            </a:endParaRP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A222060D-F265-4070-935A-DD7D60D8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9661334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Edit title master format by clicking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40C0F1-19AC-45BB-9D36-E37AA08D3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484313"/>
            <a:ext cx="11160125" cy="4692650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Edit format templates of the text master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fik 5" descr="Ein Bild, das Zeichnung, Teller, Schild enthält.&#10;&#10;Automatisch generierte Beschreibung">
            <a:extLst>
              <a:ext uri="{FF2B5EF4-FFF2-40B4-BE49-F238E27FC236}">
                <a16:creationId xmlns:a16="http://schemas.microsoft.com/office/drawing/2014/main" id="{E494354E-77D6-ECE6-6CB3-D55B244E171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56545" y="489600"/>
            <a:ext cx="1221420" cy="6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5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9" r:id="rId2"/>
    <p:sldLayoutId id="2147484418" r:id="rId3"/>
    <p:sldLayoutId id="2147484639" r:id="rId4"/>
    <p:sldLayoutId id="2147484429" r:id="rId5"/>
    <p:sldLayoutId id="214748463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8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96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476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692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8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96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476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692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>
          <p15:clr>
            <a:srgbClr val="F26B43"/>
          </p15:clr>
        </p15:guide>
        <p15:guide id="2" pos="7355">
          <p15:clr>
            <a:srgbClr val="F26B43"/>
          </p15:clr>
        </p15:guide>
        <p15:guide id="3" pos="325">
          <p15:clr>
            <a:srgbClr val="F26B43"/>
          </p15:clr>
        </p15:guide>
        <p15:guide id="4" orient="horz" pos="3896">
          <p15:clr>
            <a:srgbClr val="F26B43"/>
          </p15:clr>
        </p15:guide>
        <p15:guide id="7" orient="horz" pos="300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LENGTH" val="24576"/>
  <p:tag name="EMPOWERCHARTSPROPERTIES_SLOT" val="A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/////wUA/gsAAAAAAAAAAAAAIAD///////////////8AAAD///////////////8DAAAAAg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u9qJRFaO5Agj90UMj1X4wEAAAAAAADAAAAAAADAAAAAwADAAEA////////BQAAAAMAEAALfLCGsHC35kieILf3n+GZ4gQAAAABAAMAAAACAAMAAAAEAAQAAwD///////8FAAAABAAQAAuALPbp7TPaQr19GgX0c2x6BAAAAAIAAwAAAAMAAwAAAAE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a72olEVo7kCCP3RQyPVfjANEYXRhAFMAAAAIUHJlc2VudGF0aW9uU2Nhbm5lZEZvckxpbmtlZFNoYXBlcwAAAk51bWJlckZvcm1hdFNlcGFyYXRvck1vZGUACgAAAEF1dG9tYXRpYwAAAk5hbWUAJAAAAExpbmtlZFNoYXBlUHJlc2VudGF0aW9uU2V0dGluZ3NEYXRhABBWZXJzaW9uAAAAAAAJTGFzdFdyaXRlABYxGfSXAQAAAAEA/////4MAgwAAAAVfaWQAEAAAAAR8sIawcLfmSJ4gt/ef4ZniA0RhdGEAGwAAAARMaW5rZWRTaGFwZURhdGEABQAAAAAAAk5hbWUAGQAAAExpbmtlZFNoYXBlc0RhdGFQcm9wZXJ0eQAQVmVyc2lvbgABAAAACUxhc3RXcml0ZQAVMRn0lwEAAAACAP////+DAIMAAAAFX2lkABAAAAAEgCz26e0z2kK9fRoF9HNsegNEYXRhABsAAAAETGlua2VkU2hhcGVEYXRhAAUAAAAAAAJOYW1lABkAAABMaW5rZWRTaGFwZXNEYXRhUHJvcGVydHkAEFZlcnNpb24AAAAAAAlMYXN0V3JpdGUA2zAZ9Jc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xCwAAAAAAAAAAAAAgAf///////////////wAAAP////////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QBAwAAAAIA////////JQAGTGlua2VkU2hhcGVQcmVzZW50YXRpb25TZXR0aW5nc0RhdGFfMAQAAAAAAAUAAAAAAAUAAAAEAAUAAAAAAAUAAAAEAAUAAAAAAP///////wUAAAAAAP///////wMAAgEDAAAAAwD///////8aAAZMaW5rZWRTaGFwZXNEYXRhUHJvcGVydHlfMQQAAAABAAUAAAAEAAUAAAABAAUAAAAEAP///////wQAAgEDAAAABAD///////8aAAZMaW5rZWRTaGFwZXNEYXRhUHJvcGVydHlfMAQAAAACAAUAAAACAAUAAAADAAUAAAAC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LASTWRITEDATE" val="638877437811839139"/>
  <p:tag name="THINKCELLPRESENTATIONDONOTDELETE" val="&lt;?xml version=&quot;1.0&quot; encoding=&quot;UTF-16&quot; standalone=&quot;yes&quot;?&gt;&lt;root reqver=&quot;28224&quot;&gt;&lt;version val=&quot;3573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1.53899999999999992362E+00&quot;&gt;&lt;m_msothmcolidx val=&quot;0&quot;/&gt;&lt;m_rgb r=&quot;B3&quot; g=&quot;17&quot; b=&quot;67&quot;/&gt;&lt;/elem&gt;&lt;elem m_fUsage=&quot;1.00000000000000000000E+00&quot;&gt;&lt;m_msothmcolidx val=&quot;0&quot;/&gt;&lt;m_rgb r=&quot;B5&quot; g=&quot;D5&quot; b=&quot;C1&quot;/&gt;&lt;/elem&gt;&lt;elem m_fUsage=&quot;9.00000000000000022204E-01&quot;&gt;&lt;m_msothmcolidx val=&quot;0&quot;/&gt;&lt;m_rgb r=&quot;D9&quot; g=&quot;D9&quot; b=&quot;D9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4w_C7YSpX3Hgr9SAWed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1_ERGO_EN PPT">
  <a:themeElements>
    <a:clrScheme name="ERGO PPT">
      <a:dk1>
        <a:sysClr val="windowText" lastClr="000000"/>
      </a:dk1>
      <a:lt1>
        <a:sysClr val="window" lastClr="FFFFFF"/>
      </a:lt1>
      <a:dk2>
        <a:srgbClr val="BF1528"/>
      </a:dk2>
      <a:lt2>
        <a:srgbClr val="EBE6D8"/>
      </a:lt2>
      <a:accent1>
        <a:srgbClr val="0F94A7"/>
      </a:accent1>
      <a:accent2>
        <a:srgbClr val="47BCC5"/>
      </a:accent2>
      <a:accent3>
        <a:srgbClr val="CCEBED"/>
      </a:accent3>
      <a:accent4>
        <a:srgbClr val="545241"/>
      </a:accent4>
      <a:accent5>
        <a:srgbClr val="807E6F"/>
      </a:accent5>
      <a:accent6>
        <a:srgbClr val="D9D5C7"/>
      </a:accent6>
      <a:hlink>
        <a:srgbClr val="BF1528"/>
      </a:hlink>
      <a:folHlink>
        <a:srgbClr val="545241"/>
      </a:folHlink>
    </a:clrScheme>
    <a:fontScheme name="ERG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66"/>
        </a:solidFill>
        <a:ln>
          <a:noFill/>
        </a:ln>
      </a:spPr>
      <a:bodyPr lIns="108000" tIns="72000" rIns="108000" bIns="72000" rtlCol="0" anchor="ctr"/>
      <a:lstStyle>
        <a:defPPr algn="ctr"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defRPr sz="1600" dirty="0" err="1" smtClean="0"/>
        </a:defPPr>
      </a:lstStyle>
    </a:txDef>
  </a:objectDefaults>
  <a:extraClrSchemeLst/>
  <a:custClrLst>
    <a:custClr name="Purple">
      <a:srgbClr val="E4D6E4"/>
    </a:custClr>
    <a:custClr name="Purple dark 1">
      <a:srgbClr val="DBACCC"/>
    </a:custClr>
    <a:custClr name="Purple dark 2">
      <a:srgbClr val="CE5E92"/>
    </a:custClr>
    <a:custClr name="Purple dark 3">
      <a:srgbClr val="B31767"/>
    </a:custClr>
    <a:custClr>
      <a:srgbClr val="FFFFFF"/>
    </a:custClr>
    <a:custClr>
      <a:srgbClr val="FFFFFF"/>
    </a:custClr>
    <a:custClr name="Green">
      <a:srgbClr val="B5D5C1"/>
    </a:custClr>
    <a:custClr name="Green dark 1">
      <a:srgbClr val="8BC9AD"/>
    </a:custClr>
    <a:custClr name="Green dark 2">
      <a:srgbClr val="5FB8A2"/>
    </a:custClr>
    <a:custClr name="Green dark 3">
      <a:srgbClr val="009284"/>
    </a:custClr>
    <a:custClr name="Ice-blue">
      <a:srgbClr val="CCEBED"/>
    </a:custClr>
    <a:custClr name="Ice-blue dark 1">
      <a:srgbClr val="A9DAE0"/>
    </a:custClr>
    <a:custClr name="Ice-blue dark 2">
      <a:srgbClr val="47BCC5"/>
    </a:custClr>
    <a:custClr name="Ice-blue dark 3">
      <a:srgbClr val="0F94A7"/>
    </a:custClr>
    <a:custClr>
      <a:srgbClr val="FFFFFF"/>
    </a:custClr>
    <a:custClr>
      <a:srgbClr val="FFFFFF"/>
    </a:custClr>
    <a:custClr name="Yellow">
      <a:srgbClr val="F8E89D"/>
    </a:custClr>
    <a:custClr name="Yellow dark 1">
      <a:srgbClr val="F7DB6F"/>
    </a:custClr>
    <a:custClr name="Yellow dark 2">
      <a:srgbClr val="FAD73B"/>
    </a:custClr>
    <a:custClr name="Yellow dark 3">
      <a:srgbClr val="F6CB00"/>
    </a:custClr>
    <a:custClr name="Orange">
      <a:srgbClr val="F7DCBB"/>
    </a:custClr>
    <a:custClr name="Orange dark 1">
      <a:srgbClr val="F3C591"/>
    </a:custClr>
    <a:custClr name="Orange dark 2">
      <a:srgbClr val="EFA56D"/>
    </a:custClr>
    <a:custClr name="Orange dark 3">
      <a:srgbClr val="E87A16"/>
    </a:custClr>
    <a:custClr>
      <a:srgbClr val="FFFFFF"/>
    </a:custClr>
    <a:custClr name="Warm Grey light">
      <a:srgbClr val="EBE6D8"/>
    </a:custClr>
    <a:custClr name="Warm Grey">
      <a:srgbClr val="D9D5C7"/>
    </a:custClr>
    <a:custClr name="Warm Grey dark 1">
      <a:srgbClr val="BBB9AD"/>
    </a:custClr>
    <a:custClr name="Warm Grey dark 2">
      <a:srgbClr val="807E6F"/>
    </a:custClr>
    <a:custClr name="Warm Grey dark 3">
      <a:srgbClr val="545241"/>
    </a:custClr>
    <a:custClr name="ERGO Red">
      <a:srgbClr val="BF152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Traffic-light Red">
      <a:srgbClr val="BF1528"/>
    </a:custClr>
    <a:custClr name="Traffic-light Yellow">
      <a:srgbClr val="F6CB00"/>
    </a:custClr>
    <a:custClr name="Traffic-light Green">
      <a:srgbClr val="009284"/>
    </a:custClr>
  </a:custClrLst>
  <a:extLst>
    <a:ext uri="{05A4C25C-085E-4340-85A3-A5531E510DB2}">
      <thm15:themeFamily xmlns:thm15="http://schemas.microsoft.com/office/thememl/2012/main" name="ERGO Styleguide (Englisch).pptx" id="{2244593F-DD15-44BA-B0E8-A091DE465369}" vid="{15825397-947C-4C3E-A952-57E24BED64C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8930d3-b954-408d-b572-081ef428659b">
      <Terms xmlns="http://schemas.microsoft.com/office/infopath/2007/PartnerControls"/>
    </lcf76f155ced4ddcb4097134ff3c332f>
    <TaxCatchAll xmlns="60472c26-4bca-46d3-b565-3d9f6206764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D8AA26FFC06247ACE23CAAE4FFE16F" ma:contentTypeVersion="11" ma:contentTypeDescription="Ein neues Dokument erstellen." ma:contentTypeScope="" ma:versionID="d5052f9a4bb70dd7398698efa5163c5b">
  <xsd:schema xmlns:xsd="http://www.w3.org/2001/XMLSchema" xmlns:xs="http://www.w3.org/2001/XMLSchema" xmlns:p="http://schemas.microsoft.com/office/2006/metadata/properties" xmlns:ns2="238930d3-b954-408d-b572-081ef428659b" xmlns:ns3="60472c26-4bca-46d3-b565-3d9f62067640" targetNamespace="http://schemas.microsoft.com/office/2006/metadata/properties" ma:root="true" ma:fieldsID="1a5fa6f3f81ec19d521db49965af5277" ns2:_="" ns3:_="">
    <xsd:import namespace="238930d3-b954-408d-b572-081ef428659b"/>
    <xsd:import namespace="60472c26-4bca-46d3-b565-3d9f62067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8930d3-b954-408d-b572-081ef42865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946850a-ca17-4197-87c7-c8cd30f525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72c26-4bca-46d3-b565-3d9f6206764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6a1f1e7-7433-40c4-a429-050352d49ae2}" ma:internalName="TaxCatchAll" ma:showField="CatchAllData" ma:web="60472c26-4bca-46d3-b565-3d9f620676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347BFA-3694-4032-926B-C442AA6CB1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FB7FCD-D69E-48EF-A0F7-7EF2F6311DAC}">
  <ds:schemaRefs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60472c26-4bca-46d3-b565-3d9f62067640"/>
    <ds:schemaRef ds:uri="238930d3-b954-408d-b572-081ef428659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0BF7837-1E3C-449B-BE62-526778B4E19F}">
  <ds:schemaRefs>
    <ds:schemaRef ds:uri="238930d3-b954-408d-b572-081ef428659b"/>
    <ds:schemaRef ds:uri="60472c26-4bca-46d3-b565-3d9f620676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ERGO Folienmaster 2022 (Deutsch)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1_ERGO_EN PPT</vt:lpstr>
      <vt:lpstr>thinkcell Slide</vt:lpstr>
      <vt:lpstr>PowerPoint Presentation</vt:lpstr>
    </vt:vector>
  </TitlesOfParts>
  <Company>ITERGO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</dc:title>
  <dc:creator>lkarrer@deloitte.de;fvechiatto@deloitte.de</dc:creator>
  <cp:keywords/>
  <cp:lastModifiedBy>Brenneisen, Eike</cp:lastModifiedBy>
  <cp:revision>4</cp:revision>
  <cp:lastPrinted>2025-01-07T07:49:05Z</cp:lastPrinted>
  <dcterms:created xsi:type="dcterms:W3CDTF">2023-02-09T10:42:20Z</dcterms:created>
  <dcterms:modified xsi:type="dcterms:W3CDTF">2026-09-25T14:26:30Z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0x0101002BD8AA26FFC06247ACE23CAAE4FFE16F</vt:lpwstr>
  </property>
  <property fmtid="{D5CDD505-2E9C-101B-9397-08002B2CF9AE}" pid="3" name="TaxKeyword">
    <vt:lpwstr/>
  </property>
  <property fmtid="{D5CDD505-2E9C-101B-9397-08002B2CF9AE}" pid="4" name="EW_TaxDocumentType">
    <vt:lpwstr/>
  </property>
  <property fmtid="{D5CDD505-2E9C-101B-9397-08002B2CF9AE}" pid="5" name="EW_Taxonomy">
    <vt:lpwstr/>
  </property>
  <property fmtid="{D5CDD505-2E9C-101B-9397-08002B2CF9AE}" pid="6" name="_dlc_DocId">
    <vt:lpwstr>H35YEJMA5FXH-58202329-13554</vt:lpwstr>
  </property>
  <property fmtid="{D5CDD505-2E9C-101B-9397-08002B2CF9AE}" pid="7" name="_dlc_DocIdItemGuid">
    <vt:lpwstr>7a108acf-397a-4949-8f5a-73807119e686</vt:lpwstr>
  </property>
  <property fmtid="{D5CDD505-2E9C-101B-9397-08002B2CF9AE}" pid="8" name="_dlc_DocIdUrl">
    <vt:lpwstr>http://ergo-projekte/sites/ZAV/ZAV_PMO/_layouts/15/DocIdRedir.aspx?ID=H35YEJMA5FXH-58202329-13554, H35YEJMA5FXH-58202329-13554</vt:lpwstr>
  </property>
  <property fmtid="{D5CDD505-2E9C-101B-9397-08002B2CF9AE}" pid="9" name="MSIP_Label_71f5bdf9-8a64-4363-ab5d-b15ca8b921c9_Enabled">
    <vt:lpwstr>true</vt:lpwstr>
  </property>
  <property fmtid="{D5CDD505-2E9C-101B-9397-08002B2CF9AE}" pid="10" name="MSIP_Label_71f5bdf9-8a64-4363-ab5d-b15ca8b921c9_SetDate">
    <vt:lpwstr>2024-05-13T09:28:14Z</vt:lpwstr>
  </property>
  <property fmtid="{D5CDD505-2E9C-101B-9397-08002B2CF9AE}" pid="11" name="MSIP_Label_71f5bdf9-8a64-4363-ab5d-b15ca8b921c9_Method">
    <vt:lpwstr>Privileged</vt:lpwstr>
  </property>
  <property fmtid="{D5CDD505-2E9C-101B-9397-08002B2CF9AE}" pid="12" name="MSIP_Label_71f5bdf9-8a64-4363-ab5d-b15ca8b921c9_Name">
    <vt:lpwstr>C3 Confidential no Footer</vt:lpwstr>
  </property>
  <property fmtid="{D5CDD505-2E9C-101B-9397-08002B2CF9AE}" pid="13" name="MSIP_Label_71f5bdf9-8a64-4363-ab5d-b15ca8b921c9_SiteId">
    <vt:lpwstr>b81b1bcc-4864-4917-b597-9deb35336ab7</vt:lpwstr>
  </property>
  <property fmtid="{D5CDD505-2E9C-101B-9397-08002B2CF9AE}" pid="14" name="MSIP_Label_71f5bdf9-8a64-4363-ab5d-b15ca8b921c9_ActionId">
    <vt:lpwstr>099f0c4f-6fbb-441f-a9c4-5677907e7783</vt:lpwstr>
  </property>
  <property fmtid="{D5CDD505-2E9C-101B-9397-08002B2CF9AE}" pid="15" name="MSIP_Label_71f5bdf9-8a64-4363-ab5d-b15ca8b921c9_ContentBits">
    <vt:lpwstr>0</vt:lpwstr>
  </property>
  <property fmtid="{D5CDD505-2E9C-101B-9397-08002B2CF9AE}" pid="16" name="MSIP_Label_ea60d57e-af5b-4752-ac57-3e4f28ca11dc_Enabled">
    <vt:lpwstr>true</vt:lpwstr>
  </property>
  <property fmtid="{D5CDD505-2E9C-101B-9397-08002B2CF9AE}" pid="17" name="MSIP_Label_ea60d57e-af5b-4752-ac57-3e4f28ca11dc_SetDate">
    <vt:lpwstr>2025-01-08T14:12:51Z</vt:lpwstr>
  </property>
  <property fmtid="{D5CDD505-2E9C-101B-9397-08002B2CF9AE}" pid="18" name="MSIP_Label_ea60d57e-af5b-4752-ac57-3e4f28ca11dc_Method">
    <vt:lpwstr>Standard</vt:lpwstr>
  </property>
  <property fmtid="{D5CDD505-2E9C-101B-9397-08002B2CF9AE}" pid="19" name="MSIP_Label_ea60d57e-af5b-4752-ac57-3e4f28ca11dc_Name">
    <vt:lpwstr>ea60d57e-af5b-4752-ac57-3e4f28ca11dc</vt:lpwstr>
  </property>
  <property fmtid="{D5CDD505-2E9C-101B-9397-08002B2CF9AE}" pid="20" name="MSIP_Label_ea60d57e-af5b-4752-ac57-3e4f28ca11dc_SiteId">
    <vt:lpwstr>36da45f1-dd2c-4d1f-af13-5abe46b99921</vt:lpwstr>
  </property>
  <property fmtid="{D5CDD505-2E9C-101B-9397-08002B2CF9AE}" pid="21" name="MSIP_Label_ea60d57e-af5b-4752-ac57-3e4f28ca11dc_ActionId">
    <vt:lpwstr>108cd90c-6fe5-4b35-ba18-163228781f60</vt:lpwstr>
  </property>
  <property fmtid="{D5CDD505-2E9C-101B-9397-08002B2CF9AE}" pid="22" name="MSIP_Label_ea60d57e-af5b-4752-ac57-3e4f28ca11dc_ContentBits">
    <vt:lpwstr>0</vt:lpwstr>
  </property>
  <property fmtid="{D5CDD505-2E9C-101B-9397-08002B2CF9AE}" pid="23" name="MediaServiceImageTags">
    <vt:lpwstr/>
  </property>
</Properties>
</file>