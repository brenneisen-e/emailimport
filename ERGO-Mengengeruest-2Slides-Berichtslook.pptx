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Das Mengengeruest einer Woche zeigt zwei Hebel: jede 5. Mail ist keine BÜ (Routing)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die echten BÜ-Mails buendeln sich zu Vorgaengen (Clustering / Arbeitsvorrats-Steuerung)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008376"/>
            <a:ext cx="2788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008376"/>
            <a:ext cx="12344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008376"/>
            <a:ext cx="11887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3008376"/>
            <a:ext cx="13716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337560"/>
            <a:ext cx="267919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3337560"/>
            <a:ext cx="123444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3337560"/>
            <a:ext cx="11887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3337560"/>
            <a:ext cx="13716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1208" y="3616452"/>
            <a:ext cx="267919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3616452"/>
            <a:ext cx="123444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4840" y="3616452"/>
            <a:ext cx="11887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3616452"/>
            <a:ext cx="13716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1208" y="3895344"/>
            <a:ext cx="267919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3895344"/>
            <a:ext cx="123444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34840" y="3895344"/>
            <a:ext cx="11887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60" y="3895344"/>
            <a:ext cx="13716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9516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" y="4174236"/>
            <a:ext cx="267919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0" y="4174236"/>
            <a:ext cx="123444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4840" y="4174236"/>
            <a:ext cx="11887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60" y="4174236"/>
            <a:ext cx="13716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" y="4453128"/>
            <a:ext cx="267919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00400" y="4453128"/>
            <a:ext cx="123444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34840" y="4453128"/>
            <a:ext cx="11887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453128"/>
            <a:ext cx="13716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9516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4732020"/>
            <a:ext cx="267919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4732020"/>
            <a:ext cx="123444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34840" y="4732020"/>
            <a:ext cx="11887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4732020"/>
            <a:ext cx="13716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9516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1208" y="5010912"/>
            <a:ext cx="267919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0" y="5010912"/>
            <a:ext cx="123444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666666"/>
                </a:solidFill>
                <a:latin typeface="Calibri"/>
              </a:rPr>
              <a:t>57 %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34840" y="5010912"/>
            <a:ext cx="11887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68 %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5010912"/>
            <a:ext cx="13716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60 %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9516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67 %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1208" y="5289804"/>
            <a:ext cx="267919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5289804"/>
            <a:ext cx="123444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666666"/>
                </a:solidFill>
                <a:latin typeface="Calibri"/>
              </a:rPr>
              <a:t>47 %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34840" y="5289804"/>
            <a:ext cx="11887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31 %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23560" y="5289804"/>
            <a:ext cx="13716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63 %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9516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47 %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(Arbeitsvorrats-Steuerung, 11b).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95" name="Oval 94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98" name="Oval 97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01" name="Oval 100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04" name="Oval 103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1: Die Routing-Regel 'Maklervollmacht im Anhang → BÜ' erzeugt Fehlrouting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240 Mails / Woche werden faelschlich als neuer BÜ-Vorgang in den Postkorb eingestellt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Nicht-BÜ-Mails MIT Maklervollmacht im Anhang – heute trotzdem als BÜ-Vorgang angelegt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777240"/>
          </a:xfrm>
          <a:prstGeom prst="rect">
            <a:avLst/>
          </a:prstGeom>
          <a:solidFill>
            <a:srgbClr val="FDE2C4"/>
          </a:solidFill>
          <a:ln w="127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79192"/>
            <a:ext cx="7269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C86E10"/>
                </a:solidFill>
                <a:latin typeface="Calibri"/>
              </a:rPr>
              <a:t>Heutige Regel:  Maklervollmacht im Anhang  →  automatisch BÜ-Vorgang im Postkorb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008376"/>
            <a:ext cx="726948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Problem: Auch Reminder und fachfremde Mails haengen oft die MV erneut an – und werden so zu (Dubletten-)BÜ-Vorgaengen.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04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520440"/>
            <a:ext cx="2103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Reminder (mit MV)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Keine BÜ (mit MV)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52044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Summe / 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52044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Anteil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8620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88620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" y="388620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88620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88620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65 %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25196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4251960"/>
            <a:ext cx="109728" cy="36576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425196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425196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25196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61772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617720"/>
            <a:ext cx="109728" cy="36576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" y="461772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461772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461772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98348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98348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" y="498348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Mehrere/Unbekannt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460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7880" y="498348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498348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349240"/>
            <a:ext cx="7635240" cy="347472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9496" y="5349240"/>
            <a:ext cx="1975104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1460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97880" y="5349240"/>
            <a:ext cx="12344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5349240"/>
            <a:ext cx="9144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100 %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5733288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Mechanismus identisch in allen Sparten: MV im Anhang → BÜ-Vorgang. Reminder (210) dominieren klar.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Bekanntes Fehlrouting: </a:t>
            </a:r>
            <a:r>
              <a:rPr sz="1100">
                <a:solidFill>
                  <a:srgbClr val="333333"/>
                </a:solidFill>
                <a:latin typeface="Calibri"/>
              </a:rPr>
              <a:t>Die Regel 'MV im Anhang → BÜ' stellt 240 Mails / Woche faelschlich als BÜ-Vorgang ein.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 allem Reminder: </a:t>
            </a:r>
            <a:r>
              <a:rPr sz="1100">
                <a:solidFill>
                  <a:srgbClr val="333333"/>
                </a:solidFill>
                <a:latin typeface="Calibri"/>
              </a:rPr>
              <a:t>210 der 240 sind Reminder, die die MV erneut anhaengen – sie erzeugen Dubletten-Vorgaenge.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KI loest das: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Extraktion liest den Status (Reminder / Keine BÜ) trotz MV – und verhindert die Anlage.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Ehrliche Einordnung: </a:t>
            </a:r>
            <a:r>
              <a:rPr sz="1100">
                <a:solidFill>
                  <a:srgbClr val="333333"/>
                </a:solidFill>
                <a:latin typeface="Calibri"/>
              </a:rPr>
              <a:t>Nur dieser MV-Mechanismus ist nachgewiesen – die uebrigen Nicht-BÜ-Mails sind nicht pauschal Fehlrouting.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Naechster Schritt: </a:t>
            </a:r>
            <a:r>
              <a:rPr sz="1100">
                <a:solidFill>
                  <a:srgbClr val="333333"/>
                </a:solidFill>
                <a:latin typeface="Calibri"/>
              </a:rPr>
              <a:t>Routing-Logik um KI-Status ergaenzen: MV vorhanden UND Status=Neue BÜ → erst dann BÜ-Vorgang.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Nachgewiesener Routing-Hebel: 240 Mails / Woche mit MV im Anhang werden heute faelschlich als BÜ-Vorgang angelegt (210 davon Reminder). KI liest den Status trotz MV und verhindert die Fehl-/Dublettenanlage.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2: Cluster-Erkennung ermoeglicht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schliesst die KV-Vorgangsluecke: heute ist dort jede Eingangsmail ein eigener Vorgang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Vorgangs-Buendelung heute je Sparte – wo die Cluster-Sicht im Postkorb fehlt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06040"/>
            <a:ext cx="11430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BÜ-Mails/Wo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1874519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 Mehrfach-Vorgang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19" y="2606040"/>
            <a:ext cx="1783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VNR-Mapping Postkorb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Cluster-Hebel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0088"/>
            <a:ext cx="7635240" cy="402336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2990088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2990088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2990088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2.008 Mails (50 %)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19" y="2990088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teils gemappt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399" y="2990088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392424"/>
            <a:ext cx="7635240" cy="402336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3392424"/>
            <a:ext cx="109728" cy="40233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" y="3392424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3392424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1800" y="3392424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317 Mails (28 %)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19" y="3392424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FEHLT heute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19" y="3465576"/>
            <a:ext cx="1325880" cy="256032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399" y="3392424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GROSS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794760"/>
            <a:ext cx="76352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" y="3794760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794760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3794760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3794760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1.362 Mails (65 %)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19" y="3794760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bereits gemappt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19" y="3867912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399" y="3794760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197096"/>
            <a:ext cx="7635240" cy="40233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4197096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1208" y="4197096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4197096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4197096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314 Mails (47 %)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19" y="4197096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weitgehend gemappt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19" y="4270248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399" y="4197096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99432"/>
            <a:ext cx="76352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1480" y="4599432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" y="4599432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Mehr/Unbek.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4599432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71800" y="4599432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15 Mails (15 %)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19" y="4599432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19" y="4672584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399" y="4599432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138928"/>
            <a:ext cx="7635240" cy="9144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5212080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Von 'Postkorb blind abarbeiten' zu aktiver Arbeitsvorrats-Steuerung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" y="5522976"/>
            <a:ext cx="726948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Heute: Sachbearbeiter nehmen Vorgaenge unsortiert aus dem Postkorb.   Kuenftig mit strukturierten Daten: Prio-Faelle (Alter, Vollmacht-Status) und Prio-Makler (z. B. JDC, Fonds Finanz) gezielt filtern und Cluster gebuendelt abarbeiten.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KV-Vorgangsluecke: </a:t>
            </a:r>
            <a:r>
              <a:rPr sz="1100">
                <a:solidFill>
                  <a:srgbClr val="333333"/>
                </a:solidFill>
                <a:latin typeface="Calibri"/>
              </a:rPr>
              <a:t>Im KV-Postkorb ist heute jede Eingangsmail ein eigener Vorgang – Zusammenhaenge fehlen.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gemappt: </a:t>
            </a:r>
            <a:r>
              <a:rPr sz="1100">
                <a:solidFill>
                  <a:srgbClr val="333333"/>
                </a:solidFill>
                <a:latin typeface="Calibri"/>
              </a:rPr>
              <a:t>Bei Komposit (und weitgehend Leben) werden Vorgaenge zur VNR bereits gebuendelt.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Mehrfach-Vorgaenge sind WERTVOLL: </a:t>
            </a:r>
            <a:r>
              <a:rPr sz="1100">
                <a:solidFill>
                  <a:srgbClr val="333333"/>
                </a:solidFill>
                <a:latin typeface="Calibri"/>
              </a:rPr>
              <a:t>619 Kunden / Woche mit mehreren Vertraegen beim selben Makler – erkennen statt doppelt anlegen.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Arbeitsvorrats-Steuerung: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Daten erlauben Filter nach Prio-Fall und Prio-Makler statt blindes Abarbeiten.</a:t>
            </a:r>
          </a:p>
        </p:txBody>
      </p:sp>
      <p:sp>
        <p:nvSpPr>
          <p:cNvPr id="78" name="Oval 77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Folge-Mails: </a:t>
            </a:r>
            <a:r>
              <a:rPr sz="1100">
                <a:solidFill>
                  <a:srgbClr val="333333"/>
                </a:solidFill>
                <a:latin typeface="Calibri"/>
              </a:rPr>
              <a:t>104 Nachreichungen / Woche zur selben VNR – Auto-Zuordnung zum offenen Vorgang.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Groesster Cluster-Hebel ist KV: dort fehlt heute die Vorgangs-Buendelung (jede Mail = ein Vorgang). Strukturierte Daten ermoeglichen Arbeitsvorrats-Steuerung nach Prio-Fall und Prio-Makler.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