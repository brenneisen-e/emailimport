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IST-PROZESS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BÜ-Posteingang heute unstrukturiert; in der Mail enthaltene Daten bleiben ungenutzt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Sichtbare Folgen: Fehl-Routing (MV) und nicht erkannte, zusammengehoerige Vorgaenge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 AUS ANALYSE 13.04. – 20.04.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008376"/>
            <a:ext cx="7635240" cy="329184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008376"/>
            <a:ext cx="260604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Status / Woche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17520" y="3008376"/>
            <a:ext cx="10515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908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3008376"/>
            <a:ext cx="11430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Komposit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3008376"/>
            <a:ext cx="9144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Leben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Sonstige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337560"/>
            <a:ext cx="7635240" cy="278892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1208" y="333756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 Mails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333756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6908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1.308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0" y="333756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2.502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33756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660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3616452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1208" y="361645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Keine BÜ (falscher Kanal)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361645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6908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0" y="361645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361645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8660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895344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1480" y="3895344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1208" y="389534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17520" y="389534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908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0" y="389534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389534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8660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4174236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1208" y="4174236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BÜ-Reminder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174236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908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0" y="4174236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72200" y="4174236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60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4453128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11480" y="4453128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21208" y="4453128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17520" y="4453128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6908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40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0" y="4453128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135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72200" y="4453128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8660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1480" y="4732020"/>
            <a:ext cx="7635240" cy="278892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11480" y="4732020"/>
            <a:ext cx="91440" cy="278892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21208" y="473202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Neue BÜ (echte BÜ-Anfragen)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17520" y="473202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4.000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6908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1.147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9200" y="473202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2.089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473202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662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08660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102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11480" y="5010912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21208" y="501091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Top-5-Makler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01091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2.890 (57 %)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6908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886 (68 %)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9200" y="501091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1.489 (60 %)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72200" y="501091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505 (67 %)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8660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10 (2 %)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5289804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21208" y="528980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in Cluster (weitere Mails Makler+Kunde)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017520" y="528980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2.370 (47 %)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6908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399 (31 %)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29200" y="528980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1.573 (63 %)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72200" y="528980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357 (47 %)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8660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41 (9 %)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1480" y="557784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* MV im Anhang ohne neue BÜ = potentielles Falschrouting (240 / Wo → Hebel 1, 11a).  Cluster-Anteil &amp; Top-5-Makler → Hebel 2 (11b).  Sonstige = Sparte unklar / Spam (346 der Keine-BÜ ohne MV).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104" name="Oval 103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107" name="Oval 106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sind keine neue BÜ; 240 haengen eine MV an und werden durch die Regel 'MV → BÜ' falsch angelegt.</a:t>
            </a:r>
          </a:p>
        </p:txBody>
      </p:sp>
      <p:sp>
        <p:nvSpPr>
          <p:cNvPr id="110" name="Oval 109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113" name="Oval 112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folgen zwei Hebel: 240 Mails mit MV im Anhang werden faelschlich als BÜ angelegt → Routing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Wenige Makler, viele zusammenhängende Vorgänge — heute im Postkorb nicht auffindbar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Strukturierung + Excel ermöglichen gezieltes Abarbeiten (Prio-Makler, Cluster) statt blindem Postkorb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MENGENGERÜST: MAKLER &amp; CLUSTER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86000"/>
            <a:ext cx="76352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Vorgang = ein Makler-+-Kunde-Fall.  Ø Mails/Vorgang &gt; 1 → mehrere Mails zum selben Fall (Cluster).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329184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606040"/>
            <a:ext cx="306324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1" i="0" u="none">
                <a:solidFill>
                  <a:srgbClr val="FFFFFF"/>
                </a:solidFill>
                <a:latin typeface="Calibri"/>
              </a:rPr>
              <a:t>Maklerpool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606040"/>
            <a:ext cx="15087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Mails / Woche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2606040"/>
            <a:ext cx="15087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Vorgänge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606040"/>
            <a:ext cx="155448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Ø Mails / Vorgang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935224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2935224"/>
            <a:ext cx="29535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JDC / Jung, DMS &amp; Cie.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2935224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1.743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935224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998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35224"/>
            <a:ext cx="155448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1,75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214116"/>
            <a:ext cx="7635240" cy="27889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8" y="3214116"/>
            <a:ext cx="29535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Fonds Finanz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214116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3480" y="3214116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214116"/>
            <a:ext cx="155448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2,08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493008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" y="3493008"/>
            <a:ext cx="29535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blau direkt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3493008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3480" y="3493008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493008"/>
            <a:ext cx="155448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1,42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771900"/>
            <a:ext cx="7635240" cy="27889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" y="3771900"/>
            <a:ext cx="29535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DEMA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771900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158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83480" y="3771900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3771900"/>
            <a:ext cx="155448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1,27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050792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8" y="4050792"/>
            <a:ext cx="29535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vfm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74720" y="4050792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3480" y="4050792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77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050792"/>
            <a:ext cx="155448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1,51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329684"/>
            <a:ext cx="7635240" cy="278892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" y="4329684"/>
            <a:ext cx="29535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Summe Top-5-Makler  (57 % der Mails)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4329684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2.890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83480" y="4329684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1.676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4329684"/>
            <a:ext cx="155448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1,72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4608576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1208" y="4608576"/>
            <a:ext cx="29535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Sonstige Makler (Long-Tail)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74720" y="4608576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2.144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83480" y="4608576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1.678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4608576"/>
            <a:ext cx="155448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1,28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1480" y="4887468"/>
            <a:ext cx="7635240" cy="278892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8" y="4887468"/>
            <a:ext cx="29535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74720" y="4887468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83480" y="4887468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3.345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92240" y="4887468"/>
            <a:ext cx="155448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1,50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5312664"/>
            <a:ext cx="7635240" cy="841248"/>
          </a:xfrm>
          <a:prstGeom prst="rect">
            <a:avLst/>
          </a:prstGeom>
          <a:solidFill>
            <a:srgbClr val="CFE6E9"/>
          </a:solidFill>
          <a:ln w="12700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0" y="5385816"/>
            <a:ext cx="726948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006B77"/>
                </a:solidFill>
                <a:latin typeface="Calibri"/>
              </a:rPr>
              <a:t>Cluster gesamt: 2.370 Mails (47 %) in 681 Mehrfach-Mail-Vorgängen (selber Makler + Kunde)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0" y="5715000"/>
            <a:ext cx="7269480" cy="40233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Schwerpunkt Komposit (1.573) &amp; Leben (357); in KV 399 — dort ist heute jede Mail ein eigener Vorgang, ohne VNR-Mapping.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394192" y="2441448"/>
            <a:ext cx="384048" cy="38404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94192" y="24414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C86E10"/>
                </a:solidFill>
                <a:latin typeface="Calibri"/>
              </a:rPr>
              <a:t>!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87968" y="2404872"/>
            <a:ext cx="28346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Erkenntnis: heute nicht auffindbar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87968" y="2697480"/>
            <a:ext cx="2788920" cy="137617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Zusammenhängende Vorgänge (selber Makler / Kunde) und die Last je Makler lassen sich im Postkorb heute nicht gezielt finden — Sachbearbeiter arbeiten unsortiert Mail für Mail ab.</a:t>
            </a:r>
          </a:p>
        </p:txBody>
      </p:sp>
      <p:sp>
        <p:nvSpPr>
          <p:cNvPr id="71" name="Oval 70"/>
          <p:cNvSpPr/>
          <p:nvPr/>
        </p:nvSpPr>
        <p:spPr>
          <a:xfrm>
            <a:off x="8394192" y="4110228"/>
            <a:ext cx="384048" cy="38404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94192" y="411022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008793"/>
                </a:solidFill>
                <a:latin typeface="Calibri"/>
              </a:rPr>
              <a:t>→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87968" y="4073652"/>
            <a:ext cx="28346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Möglichkeit: gezielt abarbeiten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87968" y="4366260"/>
            <a:ext cx="2788920" cy="137617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Strukturierung + Excel erlauben Arbeitsvorrats-Steuerung: z. B. alle Vorgänge eines Prio-Maklers (Top-5 = 57 %) oder alle Vorgänge mit Cluster gebündelt abarbeiten.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57 % der Mails kommen von 5 Maklern, 47 % hängen in Clustern — heute im Postkorb nicht auffindbar. Strukturierung + Excel ermöglichen gezieltes Abarbeiten nach Prio-Makler und Cluster.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