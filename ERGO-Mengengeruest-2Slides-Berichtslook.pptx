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IST-PROZESS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BÜ-Posteingang heute unstrukturiert; in der Mail enthaltene Daten bleiben ungenutzt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Sichtbare Folgen: Fehl-Routing (MV) und nicht erkannte, zusammengehoerige Vorgaenge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 AUS ANALYSE 13.04. – 20.04.*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559552"/>
            <a:ext cx="7635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Vollerhebung BÜ-Posteingang einer Kalenderwoche: 5.034 Mails, KI-strukturiert (Claude Opus); 99 Mails mit Analyse-Fehler/Timeout.  MV = Maklervollmacht im Anhang.  Cluster = weitere Mails desselben Maklers zum selben Kunden.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5" name="Oval 104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8" name="Oval 107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1" name="Oval 110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4" name="Oval 113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Wenige Makler, viele zusammenhängende Vorgänge — heute im Postkorb nicht auffindbar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Strukturierung + Excel ermöglichen gezieltes Abarbeiten (Prio-Makler, Cluster) statt blindem Postkorb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MENGENGERÜST: MAKLER &amp; CLUSTER*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3172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Vorgang = ein Makler-+-Kunde-Fall.  Ø Mails/Vorgang &gt; 1 → mehrere Mails zum selben Fall (Cluster).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11480" y="2587752"/>
          <a:ext cx="7635240" cy="25054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63240"/>
                <a:gridCol w="1508760"/>
                <a:gridCol w="1508760"/>
                <a:gridCol w="1554480"/>
              </a:tblGrid>
              <a:tr h="310896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Maklerpool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BÜ-Anfragen / Wo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Vorgänge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Ø Mails / Vorgang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JDC / Jung, DMS &amp; Cie.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1.538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1,68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Fonds Finanz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612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291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blau direkt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1,42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DEMA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1,27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vfm Service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1,51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Summe Top-5-Makler  (65 % der BÜ-Anfragen)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2.594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1.519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1,71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Sonstige Makler (Long-Tail)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1.406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982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1,43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2.495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1,60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11480" y="5276088"/>
            <a:ext cx="7635240" cy="566928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12664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Cluster: 612 von 2.495 Vorgängen (25 %) bestehen aus mehreren Mails — zusammen 2.117 Mails (53 % aller BÜ-Anfragen)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68696"/>
            <a:ext cx="726948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Heute im Postkorb nicht gezielt auffindbar — Sachbearbeiter arbeiten unsortiert Mail für Mail ab.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8" y="2304288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Split nach Segment (BÜ-Anfragen)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321040" y="2606040"/>
          <a:ext cx="3429000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43000"/>
                <a:gridCol w="1097280"/>
                <a:gridCol w="1188720"/>
              </a:tblGrid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Sparte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BÜ-Anfr.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Cluster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KV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1.147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354 (31 %)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Komposit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2.089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1.405 (67 %)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Leben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662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325 (49 %)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Sonstige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33 (32 %)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2.117 (53 %)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8339328" y="4206240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9C060F"/>
                </a:solidFill>
                <a:latin typeface="Calibri"/>
              </a:rPr>
              <a:t>KV: kein VNR-Mapping → jede Mail = eigener Vorgang</a:t>
            </a:r>
          </a:p>
        </p:txBody>
      </p:sp>
      <p:sp>
        <p:nvSpPr>
          <p:cNvPr id="26" name="Oval 25"/>
          <p:cNvSpPr/>
          <p:nvPr/>
        </p:nvSpPr>
        <p:spPr>
          <a:xfrm>
            <a:off x="8366760" y="4535424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4535424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C86E10"/>
                </a:solidFill>
                <a:latin typeface="Calibri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4517136"/>
            <a:ext cx="28803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Erkenntnis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773168"/>
            <a:ext cx="283464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Diese Vorgänge sind im Postkorb heute nicht auffindbar.</a:t>
            </a:r>
          </a:p>
        </p:txBody>
      </p:sp>
      <p:sp>
        <p:nvSpPr>
          <p:cNvPr id="30" name="Oval 29"/>
          <p:cNvSpPr/>
          <p:nvPr/>
        </p:nvSpPr>
        <p:spPr>
          <a:xfrm>
            <a:off x="8366760" y="5212080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521208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008793"/>
                </a:solidFill>
                <a:latin typeface="Calibr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1392" y="5193792"/>
            <a:ext cx="28803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Möglichkeit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5449824"/>
            <a:ext cx="2834640" cy="60350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Strukturierung + Excel: gezielt alle Vorgänge eines Prio-Maklers oder alle mit Cluster gebündelt abarbeiten.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559552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BÜ-Anfragen = Mails mit Status 'Neue BÜ' (4.000 / Wo). Vorgang = eindeutige Kombination Makler + Kunde. Cluster = Vorgang mit &gt; 1 BÜ-Anfrage-Mail in derselben Woche.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65 % der BÜ-Anfragen kommen von 5 Maklern, 53 % hängen in Clustern (KV ohne VNR-Mapping) — heute nicht auffindbar. Strukturierung + Excel ermöglichen gezieltes Abarbeiten nach Prio-Makler und Cluster.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