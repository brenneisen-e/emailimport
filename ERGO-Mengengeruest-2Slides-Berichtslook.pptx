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788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008376"/>
            <a:ext cx="12344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008376"/>
            <a:ext cx="11887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008376"/>
            <a:ext cx="13716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337560"/>
            <a:ext cx="7635240" cy="315468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337560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337560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3337560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3337560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337560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653028"/>
            <a:ext cx="7635240" cy="31546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1208" y="3653028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3653028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3653028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1.147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3653028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3653028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968496"/>
            <a:ext cx="7635240" cy="3154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3968496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3968496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34840" y="3968496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60" y="3968496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95160" y="3968496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283964"/>
            <a:ext cx="7635240" cy="315468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1480" y="4283964"/>
            <a:ext cx="91440" cy="31546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4283964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0" y="4283964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4840" y="4283964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60" y="4283964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4283964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4599432"/>
            <a:ext cx="7635240" cy="3154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1208" y="4599432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0" y="4599432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4840" y="4599432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60" y="4599432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99432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914900"/>
            <a:ext cx="7635240" cy="315468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914900"/>
            <a:ext cx="91440" cy="31546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914900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00400" y="4914900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34840" y="4914900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4914900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95160" y="4914900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5248656"/>
            <a:ext cx="763524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(Regel 'MV → BÜ-Vorgang'). Summe 240 Mails / Woche → Hebel 1 (Folie 11a).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5541264"/>
            <a:ext cx="3726180" cy="45720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5541264"/>
            <a:ext cx="35433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HEBEL 1: Routing – 240 MV-Fehlrouter (11a)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20540" y="5541264"/>
            <a:ext cx="3726180" cy="45720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30268" y="5541264"/>
            <a:ext cx="35433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HEBEL 2: Clustering / Steuerung (11b)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86" name="Oval 8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89" name="Oval 8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92" name="Oval 9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95" name="Oval 9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572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109728" cy="4572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29900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9900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29900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19" y="29900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19" y="3081528"/>
            <a:ext cx="1325880" cy="274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399" y="29900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4472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472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472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4472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34472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19" y="34472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19" y="35387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4472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904488"/>
            <a:ext cx="7635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9044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9044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9044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9044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19" y="39044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75119" y="39959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399" y="39044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616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3616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43616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3616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71800" y="43616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26 Mails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19" y="43616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19" y="44531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399" y="43616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95604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502920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34009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3" name="Oval 62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