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7889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008376"/>
            <a:ext cx="12344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008376"/>
            <a:ext cx="11887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008376"/>
            <a:ext cx="13716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337560"/>
            <a:ext cx="7635240" cy="315468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337560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3337560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3337560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3337560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337560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653028"/>
            <a:ext cx="7635240" cy="315468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1208" y="3653028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3653028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3653028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1.147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560" y="3653028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3653028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968496"/>
            <a:ext cx="7635240" cy="3154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" y="3968496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968496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34840" y="3968496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3560" y="3968496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95160" y="3968496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283964"/>
            <a:ext cx="7635240" cy="315468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1480" y="4283964"/>
            <a:ext cx="91440" cy="31546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8" y="4283964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4283964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4840" y="4283964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60" y="4283964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283964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4599432"/>
            <a:ext cx="7635240" cy="3154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1208" y="4599432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0" y="4599432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4840" y="4599432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60" y="4599432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4599432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914900"/>
            <a:ext cx="7635240" cy="315468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914900"/>
            <a:ext cx="91440" cy="315468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914900"/>
            <a:ext cx="2679192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00400" y="4914900"/>
            <a:ext cx="123444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34840" y="4914900"/>
            <a:ext cx="118872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4914900"/>
            <a:ext cx="137160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95160" y="4914900"/>
            <a:ext cx="1051560" cy="31546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5248656"/>
            <a:ext cx="763524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(Regel 'MV → BÜ-Vorgang'). Summe 240 Mails / Woche → Hebel 1 (Folie 11a).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5541264"/>
            <a:ext cx="3726180" cy="45720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5541264"/>
            <a:ext cx="35433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HEBEL 1: Routing – 240 MV-Fehlrouter (11a)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20540" y="5541264"/>
            <a:ext cx="3726180" cy="45720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30268" y="5541264"/>
            <a:ext cx="35433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HEBEL 2: Clustering / Steuerung (11b)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86" name="Oval 8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89" name="Oval 8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92" name="Oval 9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95" name="Oval 9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02336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2990088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990088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90088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2.008 Mails (50 %)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2990088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teils gemappt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9" y="2990088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392424"/>
            <a:ext cx="7635240" cy="402336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392424"/>
            <a:ext cx="109728" cy="40233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3392424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92424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392424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19" y="3392424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19" y="3465576"/>
            <a:ext cx="1325880" cy="25603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399" y="3392424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94760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794760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794760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3794760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3794760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19" y="3794760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19" y="3867912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3794760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197096"/>
            <a:ext cx="7635240" cy="40233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197096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4197096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197096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197096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19" y="4197096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19" y="4270248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399" y="4197096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4599432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4599432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4599432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599432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 Mails (15 %)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4599432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19" y="4672584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399" y="4599432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13892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521208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52297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8" name="Oval 77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