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30952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Die 4.000 BÜ-Anfragen teilen sich auf in: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05272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1.883 Einzelmails (47 %) — je ein einzelner 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61304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2.117 Mails (53 %) zu nur 612 Vorgängen — selber Makler schreibt mehrfach zum selben Kunden (Cluster)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4535424"/>
            <a:ext cx="3429000" cy="20116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4535424"/>
            <a:ext cx="3429000" cy="310896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0768" y="4535424"/>
            <a:ext cx="324612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4919472"/>
            <a:ext cx="3209544" cy="1554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Viele dieser Vorgänge haben Gemeinsamkeiten (selber Makler, Cluster, Prio-Fall) und würden sich für eine Priorisierung eignen — in der heutigen Postkorb-Welt sind sie aber nicht filterbar.</a:t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Mit strukturierten Daten + Excel können Sachbearbeiter gezielt nach Prio-Makler oder Cluster filtern und gebündelt abarbeiten, statt unsortiert Mail für Mail.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